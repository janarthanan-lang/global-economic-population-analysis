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sldIdLst>
    <p:sldId id="256" r:id="rId2"/>
    <p:sldId id="257" r:id="rId3"/>
    <p:sldId id="258" r:id="rId4"/>
    <p:sldId id="259" r:id="rId5"/>
    <p:sldId id="265" r:id="rId6"/>
    <p:sldId id="267" r:id="rId7"/>
    <p:sldId id="266" r:id="rId8"/>
    <p:sldId id="268" r:id="rId9"/>
    <p:sldId id="261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903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143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895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0687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95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64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44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49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40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61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82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20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Global Economic &amp; Population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</a:rPr>
              <a:t>Excel | SQL | Power BI</a:t>
            </a:r>
          </a:p>
          <a:p>
            <a:r>
              <a:rPr lang="en-IN" dirty="0">
                <a:solidFill>
                  <a:schemeClr val="tx1"/>
                </a:solidFill>
              </a:rPr>
              <a:t>Presented By : Janarthanan M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Analysis of global GDP, population, and sector-wise contribution across countries</a:t>
            </a:r>
          </a:p>
          <a:p>
            <a:r>
              <a:rPr dirty="0"/>
              <a:t>Focus on long-term trends rather than visual-heavy dashboards</a:t>
            </a:r>
          </a:p>
          <a:p>
            <a:r>
              <a:t>Designed a </a:t>
            </a:r>
            <a:r>
              <a:rPr dirty="0"/>
              <a:t>clean</a:t>
            </a:r>
            <a:r>
              <a:rPr lang="en-US" dirty="0"/>
              <a:t> dashboard using Power BI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GDP data (1960–2016)</a:t>
            </a:r>
          </a:p>
          <a:p>
            <a:r>
              <a:rPr dirty="0"/>
              <a:t>Country-wise population datasets</a:t>
            </a:r>
          </a:p>
          <a:p>
            <a:r>
              <a:rPr dirty="0"/>
              <a:t>Country metadata for standardization</a:t>
            </a:r>
          </a:p>
          <a:p>
            <a:r>
              <a:rPr lang="en-IN" dirty="0"/>
              <a:t>Countries World dataset/DB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Removed countries with insufficient historical data</a:t>
            </a:r>
          </a:p>
          <a:p>
            <a:r>
              <a:rPr dirty="0"/>
              <a:t>Handled missing values using </a:t>
            </a:r>
            <a:r>
              <a:rPr lang="en-IN" dirty="0"/>
              <a:t>power query</a:t>
            </a:r>
            <a:endParaRPr dirty="0"/>
          </a:p>
          <a:p>
            <a:r>
              <a:rPr dirty="0"/>
              <a:t>Standardized country names and formats</a:t>
            </a:r>
            <a:endParaRPr lang="en-IN" dirty="0"/>
          </a:p>
          <a:p>
            <a:r>
              <a:rPr lang="en-US" dirty="0"/>
              <a:t>Converted wide time-series data into analysis-ready format</a:t>
            </a:r>
          </a:p>
          <a:p>
            <a:r>
              <a:rPr lang="en-US" dirty="0"/>
              <a:t>Merged dataset using Country name and Country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E837-9247-81C9-AD55-86B9621F1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68C06-0FED-0ED5-BACF-6AD9F4200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HK Grotesk"/>
                <a:ea typeface="HK Grotesk"/>
                <a:cs typeface="HK Grotesk"/>
                <a:sym typeface="HK Grotesk"/>
              </a:rPr>
              <a:t>The star schema model facilitates </a:t>
            </a:r>
            <a:r>
              <a:rPr lang="en-US" dirty="0">
                <a:latin typeface="HK Grotesk Bold"/>
                <a:ea typeface="HK Grotesk Bold"/>
                <a:cs typeface="HK Grotesk Bold"/>
                <a:sym typeface="HK Grotesk Bold"/>
              </a:rPr>
              <a:t>easy data retrieval</a:t>
            </a:r>
            <a:r>
              <a:rPr lang="en-US" dirty="0">
                <a:latin typeface="HK Grotesk"/>
                <a:ea typeface="HK Grotesk"/>
                <a:cs typeface="HK Grotesk"/>
                <a:sym typeface="HK Grotesk"/>
              </a:rPr>
              <a:t> and visualization, enhancing insights through clean relationships between dimensions and fact tables in our Power BI project.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AD9751-4ECC-9983-95B1-A25F60268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519" y="3296604"/>
            <a:ext cx="3829378" cy="23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30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3A13-4645-0C4F-26A9-F37122DB7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96DD9-129E-6542-4AE6-A01E5CBF5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Dax calculation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EA5DD-4E73-377F-BC99-243752D86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growth over time</a:t>
            </a:r>
            <a:endParaRPr dirty="0"/>
          </a:p>
          <a:p>
            <a:r>
              <a:rPr lang="en-US" dirty="0"/>
              <a:t>GDP growth</a:t>
            </a:r>
            <a:endParaRPr dirty="0"/>
          </a:p>
          <a:p>
            <a:r>
              <a:rPr lang="en-IN" dirty="0"/>
              <a:t>Average GDP per capita</a:t>
            </a:r>
            <a:endParaRPr dirty="0"/>
          </a:p>
          <a:p>
            <a:r>
              <a:rPr lang="en-IN" dirty="0"/>
              <a:t>Average Literacy Rate</a:t>
            </a:r>
          </a:p>
          <a:p>
            <a:r>
              <a:rPr lang="en-IN" dirty="0"/>
              <a:t>Average Agriculture Rate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8114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80AE-6C8F-0297-2A22-C92D0E026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0" y="976188"/>
            <a:ext cx="6571343" cy="587134"/>
          </a:xfrm>
        </p:spPr>
        <p:txBody>
          <a:bodyPr>
            <a:normAutofit/>
          </a:bodyPr>
          <a:lstStyle/>
          <a:p>
            <a:r>
              <a:rPr lang="en-IN" dirty="0"/>
              <a:t>GDP analysis Dashboard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7B0BCE-59F9-4E44-8B4A-67F731332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8516" y="2016125"/>
            <a:ext cx="6161293" cy="3449638"/>
          </a:xfrm>
        </p:spPr>
      </p:pic>
    </p:spTree>
    <p:extLst>
      <p:ext uri="{BB962C8B-B14F-4D97-AF65-F5344CB8AC3E}">
        <p14:creationId xmlns:p14="http://schemas.microsoft.com/office/powerpoint/2010/main" val="2785145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5946C-2CEC-1375-4BBB-7B8817A5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64B08-CE41-A8F7-04F1-2341D2012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OVERVIEW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1FFEB-3FEE-47B5-700A-F3E99B32D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The Power BI dashboard includes:</a:t>
            </a:r>
          </a:p>
          <a:p>
            <a:r>
              <a:rPr lang="en-US" dirty="0"/>
              <a:t>Period-wise Population Trends</a:t>
            </a:r>
          </a:p>
          <a:p>
            <a:r>
              <a:rPr lang="en-US" dirty="0"/>
              <a:t>Period-wise GDP Growth</a:t>
            </a:r>
          </a:p>
          <a:p>
            <a:r>
              <a:rPr lang="en-US" dirty="0"/>
              <a:t>Birthrate vs Deathrate Comparison</a:t>
            </a:r>
          </a:p>
          <a:p>
            <a:r>
              <a:rPr lang="en-US" dirty="0"/>
              <a:t>Industry, Service &amp; Agriculture Contribution</a:t>
            </a:r>
          </a:p>
          <a:p>
            <a:r>
              <a:rPr lang="en-US" dirty="0"/>
              <a:t>Country &amp; Year Slicers for interactivity</a:t>
            </a:r>
          </a:p>
        </p:txBody>
      </p:sp>
    </p:spTree>
    <p:extLst>
      <p:ext uri="{BB962C8B-B14F-4D97-AF65-F5344CB8AC3E}">
        <p14:creationId xmlns:p14="http://schemas.microsoft.com/office/powerpoint/2010/main" val="278467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1853755"/>
            <a:ext cx="6571343" cy="3450613"/>
          </a:xfrm>
        </p:spPr>
        <p:txBody>
          <a:bodyPr>
            <a:noAutofit/>
          </a:bodyPr>
          <a:lstStyle/>
          <a:p>
            <a:r>
              <a:rPr lang="en-US" sz="1350" dirty="0"/>
              <a:t>Global population continues to grow steadily over time, especially from the 1990s onward, indicating sustained long-term demand for food, healthcare, housing, and infrastructure.</a:t>
            </a:r>
          </a:p>
          <a:p>
            <a:r>
              <a:rPr lang="en-US" sz="1350" dirty="0"/>
              <a:t>GDP growth is concentrated in recent decades, with the 2000s and 2010s contributing the largest increases, reflecting rapid globalization, technological advancement, and expansion of international trade.</a:t>
            </a:r>
          </a:p>
          <a:p>
            <a:r>
              <a:rPr lang="en-US" sz="1350" dirty="0"/>
              <a:t>High population density combined with moderate GDP per capita highlights productivity gaps, suggesting that economic growth depends more on efficiency, skills, and innovation than population size alone.</a:t>
            </a:r>
          </a:p>
          <a:p>
            <a:r>
              <a:rPr lang="en-US" sz="1350" dirty="0"/>
              <a:t>Literacy rate being consistently high at the global level supports workforce quality, enabling economies to transition toward service-based and knowledge-driven industries.</a:t>
            </a:r>
          </a:p>
          <a:p>
            <a:r>
              <a:rPr lang="en-US" sz="1350" dirty="0"/>
              <a:t>Service and industry sectors dominate over agriculture across major economies, showing a clear structural shift away from agriculture toward higher-value economic activities.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015733"/>
            <a:ext cx="6571343" cy="4037747"/>
          </a:xfrm>
        </p:spPr>
        <p:txBody>
          <a:bodyPr>
            <a:noAutofit/>
          </a:bodyPr>
          <a:lstStyle/>
          <a:p>
            <a:r>
              <a:rPr lang="en-US" sz="1600" dirty="0"/>
              <a:t>Global economic growth is driven more by productivity and sectoral transformation than by population growth, emphasizing the importance of skills and efficiency.</a:t>
            </a:r>
          </a:p>
          <a:p>
            <a:r>
              <a:rPr lang="en-US" sz="1600" dirty="0"/>
              <a:t>Recent decades contribute the largest share of GDP growth, highlighting the impact of globalization, technology adoption, and service-sector expansion.</a:t>
            </a:r>
          </a:p>
          <a:p>
            <a:r>
              <a:rPr lang="en-US" sz="1600" dirty="0"/>
              <a:t>High literacy levels support the shift toward knowledge-based and service-oriented economies, enabling sustainable long-term growth.</a:t>
            </a:r>
          </a:p>
          <a:p>
            <a:r>
              <a:rPr lang="en-US" sz="1600" dirty="0"/>
              <a:t>Balanced development across industry and services is essential, while agriculture plays a supportive but smaller role in modern economic structures.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161</TotalTime>
  <Words>407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Gill Sans MT</vt:lpstr>
      <vt:lpstr>HK Grotesk</vt:lpstr>
      <vt:lpstr>HK Grotesk Bold</vt:lpstr>
      <vt:lpstr>Gallery</vt:lpstr>
      <vt:lpstr>Global Economic &amp; Population Analysis</vt:lpstr>
      <vt:lpstr>Project Overview</vt:lpstr>
      <vt:lpstr>Data Sources</vt:lpstr>
      <vt:lpstr>Data Cleaning &amp; Preparation</vt:lpstr>
      <vt:lpstr>Data modelling</vt:lpstr>
      <vt:lpstr>Dax calculation</vt:lpstr>
      <vt:lpstr>GDP analysis Dashboard</vt:lpstr>
      <vt:lpstr>DASHBOARD OVERVIEW</vt:lpstr>
      <vt:lpstr>Key Insights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JANA</dc:creator>
  <cp:keywords/>
  <dc:description>generated using python-pptx</dc:description>
  <cp:lastModifiedBy>Janarthanan Marimuthu</cp:lastModifiedBy>
  <cp:revision>8</cp:revision>
  <dcterms:created xsi:type="dcterms:W3CDTF">2013-01-27T09:14:16Z</dcterms:created>
  <dcterms:modified xsi:type="dcterms:W3CDTF">2025-12-30T08:25:03Z</dcterms:modified>
  <cp:category/>
</cp:coreProperties>
</file>